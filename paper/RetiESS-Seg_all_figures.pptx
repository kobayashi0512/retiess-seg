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5e381d7a2554312" /><Relationship Type="http://schemas.openxmlformats.org/officeDocument/2006/relationships/extended-properties" Target="/docProps/app.xml" Id="R62d653eb27d04f93" /><Relationship Type="http://schemas.openxmlformats.org/officeDocument/2006/relationships/officeDocument" Target="/ppt/presentation.xml" Id="R9043b7d2914f428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bfb76c113ed4b49"/>
  </p:sldMasterIdLst>
  <p:notesMasterIdLst>
    <p:notesMasterId xmlns:r="http://schemas.openxmlformats.org/officeDocument/2006/relationships" r:id="R34d1ceb1929949d7"/>
  </p:notesMasterIdLst>
  <p:sldIdLst>
    <p:sldId xmlns:r="http://schemas.openxmlformats.org/officeDocument/2006/relationships" id="256" r:id="R7260c4441c584823"/>
    <p:sldId xmlns:r="http://schemas.openxmlformats.org/officeDocument/2006/relationships" id="257" r:id="R87ee4871708a4112"/>
    <p:sldId xmlns:r="http://schemas.openxmlformats.org/officeDocument/2006/relationships" id="258" r:id="Rcefcf5a5a20947d8"/>
    <p:sldId xmlns:r="http://schemas.openxmlformats.org/officeDocument/2006/relationships" id="259" r:id="R59f52fa0929d45d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ba87061af144282" /><Relationship Type="http://schemas.openxmlformats.org/officeDocument/2006/relationships/slideMaster" Target="/ppt/slideMasters/slideMaster1.xml" Id="R0bfb76c113ed4b49" /><Relationship Type="http://schemas.openxmlformats.org/officeDocument/2006/relationships/notesMaster" Target="/ppt/notesMasters/notesMaster1.xml" Id="R34d1ceb1929949d7" /><Relationship Type="http://schemas.openxmlformats.org/officeDocument/2006/relationships/presProps" Target="/ppt/presProps.xml" Id="R8a200b945b3144da" /><Relationship Type="http://schemas.openxmlformats.org/officeDocument/2006/relationships/tableStyles" Target="/ppt/tableStyles.xml" Id="R4361fe9fa15b44d1" /><Relationship Type="http://schemas.openxmlformats.org/officeDocument/2006/relationships/slide" Target="/ppt/slides/slide1.xml" Id="R7260c4441c584823" /><Relationship Type="http://schemas.openxmlformats.org/officeDocument/2006/relationships/slide" Target="/ppt/slides/slide2.xml" Id="R87ee4871708a4112" /><Relationship Type="http://schemas.openxmlformats.org/officeDocument/2006/relationships/slide" Target="/ppt/slides/slide3.xml" Id="Rcefcf5a5a20947d8" /><Relationship Type="http://schemas.openxmlformats.org/officeDocument/2006/relationships/slide" Target="/ppt/slides/slide4.xml" Id="R59f52fa0929d45d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d440f907459439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e1ac0fc21154ff3" /><Relationship Type="http://schemas.openxmlformats.org/officeDocument/2006/relationships/notesMaster" Target="/ppt/notesMasters/notesMaster1.xml" Id="R7768efeb7fca4f0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995a1ce80c4431c" /><Relationship Type="http://schemas.openxmlformats.org/officeDocument/2006/relationships/notesMaster" Target="/ppt/notesMasters/notesMaster1.xml" Id="Rbf7738000486400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e756ed243964f3f" /><Relationship Type="http://schemas.openxmlformats.org/officeDocument/2006/relationships/notesMaster" Target="/ppt/notesMasters/notesMaster1.xml" Id="R14e0abb19c1441c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6f921f57ee842f7" /><Relationship Type="http://schemas.openxmlformats.org/officeDocument/2006/relationships/notesMaster" Target="/ppt/notesMasters/notesMaster1.xml" Id="R8514f32af23841e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manuscript asset: figures/figure1_framework.svg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manuscript asset: figures/figure2_quantitative.svg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manuscript asset: figures/figure3_heldout_cases.svg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manuscript asset: figures/figure4_afio.svg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8f452b8036c483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f7114f2096b4caa" /><Relationship Type="http://schemas.openxmlformats.org/officeDocument/2006/relationships/slideLayout" Target="/ppt/slideLayouts/slideLayout1.xml" Id="R47ffa21aaf7f408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7ffa21aaf7f408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6347631f254dcf" /><Relationship Type="http://schemas.openxmlformats.org/officeDocument/2006/relationships/image" Target="/ppt/media/image.png" Id="Rfd4770ae3b694ac4" /><Relationship Type="http://schemas.openxmlformats.org/officeDocument/2006/relationships/image" Target="/ppt/media/image.svg" Id="R35fcb8a370a548a7" /><Relationship Type="http://schemas.openxmlformats.org/officeDocument/2006/relationships/notesSlide" Target="/ppt/notesSlides/notesSlide1.xml" Id="Rfb3a7580bd674db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6c9c7066a84868" /><Relationship Type="http://schemas.openxmlformats.org/officeDocument/2006/relationships/image" Target="/ppt/media/image2.png" Id="Rbee0f6e07ee8428c" /><Relationship Type="http://schemas.openxmlformats.org/officeDocument/2006/relationships/image" Target="/ppt/media/image2.svg" Id="Rfe46ed6363ef40bc" /><Relationship Type="http://schemas.openxmlformats.org/officeDocument/2006/relationships/notesSlide" Target="/ppt/notesSlides/notesSlide2.xml" Id="R0839c891ccff49d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aa49f456d94be2" /><Relationship Type="http://schemas.openxmlformats.org/officeDocument/2006/relationships/image" Target="/ppt/media/image3.png" Id="R41df626c8bb04de6" /><Relationship Type="http://schemas.openxmlformats.org/officeDocument/2006/relationships/image" Target="/ppt/media/image3.svg" Id="R35d3e54126cc463f" /><Relationship Type="http://schemas.openxmlformats.org/officeDocument/2006/relationships/notesSlide" Target="/ppt/notesSlides/notesSlide3.xml" Id="R53a46d2b72d04a4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3b5f2e6abd48b2" /><Relationship Type="http://schemas.openxmlformats.org/officeDocument/2006/relationships/image" Target="/ppt/media/image4.png" Id="R5b3a6c7a3ff94bad" /><Relationship Type="http://schemas.openxmlformats.org/officeDocument/2006/relationships/image" Target="/ppt/media/image4.svg" Id="R6e030228466d4ead" /><Relationship Type="http://schemas.openxmlformats.org/officeDocument/2006/relationships/notesSlide" Target="/ppt/notesSlides/notesSlide4.xml" Id="Re3b2b999fef9420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d4770ae3b694ac4">
            <a:extLst>
              <a:ext uri="{96DAC541-7B7A-43D3-8B79-37D633B846F1}">
                <asvg:svgBlip xmlns:asvg="http://schemas.microsoft.com/office/drawing/2016/SVG/main" r:embed="R35fcb8a370a548a7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304800" y="228600"/>
            <a:ext cx="11582400" cy="64008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132630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ee0f6e07ee8428c">
            <a:extLst>
              <a:ext uri="{96DAC541-7B7A-43D3-8B79-37D633B846F1}">
                <asvg:svgBlip xmlns:asvg="http://schemas.microsoft.com/office/drawing/2016/SVG/main" r:embed="Rfe46ed6363ef40bc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304800" y="228600"/>
            <a:ext cx="11582400" cy="64008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990668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1df626c8bb04de6">
            <a:extLst>
              <a:ext uri="{96DAC541-7B7A-43D3-8B79-37D633B846F1}">
                <asvg:svgBlip xmlns:asvg="http://schemas.microsoft.com/office/drawing/2016/SVG/main" r:embed="R35d3e54126cc463f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304800" y="228600"/>
            <a:ext cx="11582400" cy="64008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672893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b3a6c7a3ff94bad">
            <a:extLst>
              <a:ext uri="{96DAC541-7B7A-43D3-8B79-37D633B846F1}">
                <asvg:svgBlip xmlns:asvg="http://schemas.microsoft.com/office/drawing/2016/SVG/main" r:embed="R6e030228466d4ead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304800" y="228600"/>
            <a:ext cx="11582400" cy="64008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13090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2026-09-01T01:50:14.6600000Z</dcterms:created>
  <dcterms:modified xsi:type="dcterms:W3CDTF">2026-09-01T01:50:14.6600000Z</dcterms:modified>
</coreProperties>
</file>